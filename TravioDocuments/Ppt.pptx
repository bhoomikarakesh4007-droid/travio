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7"/>
  </p:notesMasterIdLst>
  <p:sldIdLst>
    <p:sldId id="483" r:id="rId2"/>
    <p:sldId id="484" r:id="rId3"/>
    <p:sldId id="470" r:id="rId4"/>
    <p:sldId id="488" r:id="rId5"/>
    <p:sldId id="478" r:id="rId6"/>
    <p:sldId id="482" r:id="rId7"/>
    <p:sldId id="490" r:id="rId8"/>
    <p:sldId id="486" r:id="rId9"/>
    <p:sldId id="489" r:id="rId10"/>
    <p:sldId id="485" r:id="rId11"/>
    <p:sldId id="492" r:id="rId12"/>
    <p:sldId id="491" r:id="rId13"/>
    <p:sldId id="487" r:id="rId14"/>
    <p:sldId id="473" r:id="rId15"/>
    <p:sldId id="468" r:id="rId16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EA34E-607E-48CC-B13E-2DD79C2049EF}" v="144" dt="2026-08-07T18:20:03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64" d="100"/>
          <a:sy n="64" d="100"/>
        </p:scale>
        <p:origin x="56" y="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omikarakesh4007@gmail.com" userId="3e1d30a694679d6a" providerId="LiveId" clId="{92AE630F-9A08-4B72-AC39-653CD381FF50}"/>
    <pc:docChg chg="undo custSel addSld modSld sldOrd">
      <pc:chgData name="bhoomikarakesh4007@gmail.com" userId="3e1d30a694679d6a" providerId="LiveId" clId="{92AE630F-9A08-4B72-AC39-653CD381FF50}" dt="2026-08-07T18:21:05.358" v="189"/>
      <pc:docMkLst>
        <pc:docMk/>
      </pc:docMkLst>
      <pc:sldChg chg="modSp mod">
        <pc:chgData name="bhoomikarakesh4007@gmail.com" userId="3e1d30a694679d6a" providerId="LiveId" clId="{92AE630F-9A08-4B72-AC39-653CD381FF50}" dt="2026-08-07T18:21:05.358" v="189"/>
        <pc:sldMkLst>
          <pc:docMk/>
          <pc:sldMk cId="3090239800" sldId="483"/>
        </pc:sldMkLst>
        <pc:spChg chg="mod">
          <ac:chgData name="bhoomikarakesh4007@gmail.com" userId="3e1d30a694679d6a" providerId="LiveId" clId="{92AE630F-9A08-4B72-AC39-653CD381FF50}" dt="2026-08-07T18:21:05.358" v="189"/>
          <ac:spMkLst>
            <pc:docMk/>
            <pc:sldMk cId="3090239800" sldId="483"/>
            <ac:spMk id="9" creationId="{00000000-0000-0000-0000-000000000000}"/>
          </ac:spMkLst>
        </pc:spChg>
      </pc:sldChg>
      <pc:sldChg chg="addSp modSp add mod ord">
        <pc:chgData name="bhoomikarakesh4007@gmail.com" userId="3e1d30a694679d6a" providerId="LiveId" clId="{92AE630F-9A08-4B72-AC39-653CD381FF50}" dt="2026-08-07T18:09:12.502" v="173" actId="1076"/>
        <pc:sldMkLst>
          <pc:docMk/>
          <pc:sldMk cId="3090099289" sldId="491"/>
        </pc:sldMkLst>
        <pc:spChg chg="mod">
          <ac:chgData name="bhoomikarakesh4007@gmail.com" userId="3e1d30a694679d6a" providerId="LiveId" clId="{92AE630F-9A08-4B72-AC39-653CD381FF50}" dt="2026-08-07T17:54:06.383" v="56" actId="20577"/>
          <ac:spMkLst>
            <pc:docMk/>
            <pc:sldMk cId="3090099289" sldId="491"/>
            <ac:spMk id="3" creationId="{6FC9256A-18A7-5E0A-605B-E212D354F5FF}"/>
          </ac:spMkLst>
        </pc:spChg>
        <pc:picChg chg="add mod">
          <ac:chgData name="bhoomikarakesh4007@gmail.com" userId="3e1d30a694679d6a" providerId="LiveId" clId="{92AE630F-9A08-4B72-AC39-653CD381FF50}" dt="2026-08-07T18:09:10.192" v="172" actId="1076"/>
          <ac:picMkLst>
            <pc:docMk/>
            <pc:sldMk cId="3090099289" sldId="491"/>
            <ac:picMk id="6" creationId="{750EC296-1C3D-8628-D278-B361D7206104}"/>
          </ac:picMkLst>
        </pc:picChg>
        <pc:picChg chg="add mod">
          <ac:chgData name="bhoomikarakesh4007@gmail.com" userId="3e1d30a694679d6a" providerId="LiveId" clId="{92AE630F-9A08-4B72-AC39-653CD381FF50}" dt="2026-08-07T18:09:12.502" v="173" actId="1076"/>
          <ac:picMkLst>
            <pc:docMk/>
            <pc:sldMk cId="3090099289" sldId="491"/>
            <ac:picMk id="8" creationId="{368823A6-07AB-5209-7EC5-FB88898D1243}"/>
          </ac:picMkLst>
        </pc:picChg>
      </pc:sldChg>
      <pc:sldChg chg="addSp modSp add mod">
        <pc:chgData name="bhoomikarakesh4007@gmail.com" userId="3e1d30a694679d6a" providerId="LiveId" clId="{92AE630F-9A08-4B72-AC39-653CD381FF50}" dt="2026-08-07T18:02:55.470" v="156" actId="14100"/>
        <pc:sldMkLst>
          <pc:docMk/>
          <pc:sldMk cId="269992411" sldId="492"/>
        </pc:sldMkLst>
        <pc:spChg chg="mod">
          <ac:chgData name="bhoomikarakesh4007@gmail.com" userId="3e1d30a694679d6a" providerId="LiveId" clId="{92AE630F-9A08-4B72-AC39-653CD381FF50}" dt="2026-08-07T17:54:53.427" v="132" actId="5793"/>
          <ac:spMkLst>
            <pc:docMk/>
            <pc:sldMk cId="269992411" sldId="492"/>
            <ac:spMk id="3" creationId="{D2F196A2-4323-6A52-BBB4-E1AE48716A25}"/>
          </ac:spMkLst>
        </pc:spChg>
        <pc:picChg chg="add mod">
          <ac:chgData name="bhoomikarakesh4007@gmail.com" userId="3e1d30a694679d6a" providerId="LiveId" clId="{92AE630F-9A08-4B72-AC39-653CD381FF50}" dt="2026-08-07T18:02:36.873" v="153" actId="14100"/>
          <ac:picMkLst>
            <pc:docMk/>
            <pc:sldMk cId="269992411" sldId="492"/>
            <ac:picMk id="6" creationId="{BD85B8BF-575F-2B17-31B0-BDC1675F0742}"/>
          </ac:picMkLst>
        </pc:picChg>
        <pc:picChg chg="add mod">
          <ac:chgData name="bhoomikarakesh4007@gmail.com" userId="3e1d30a694679d6a" providerId="LiveId" clId="{92AE630F-9A08-4B72-AC39-653CD381FF50}" dt="2026-08-07T18:02:55.470" v="156" actId="14100"/>
          <ac:picMkLst>
            <pc:docMk/>
            <pc:sldMk cId="269992411" sldId="492"/>
            <ac:picMk id="8" creationId="{677C011C-C86F-9268-169F-E1F75D6EEB9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07-Aug-26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(CSE)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Nagaraja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 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Vidhya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Rengasamy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74491" y="427796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>
                <a:solidFill>
                  <a:srgbClr val="0070C0"/>
                </a:solidFill>
              </a:rPr>
              <a:t>Travio – AI-Powered Smart Travel Planner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609073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Bhoomika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20241CSE0670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357" y="1162877"/>
            <a:ext cx="11330608" cy="4681331"/>
          </a:xfrm>
        </p:spPr>
        <p:txBody>
          <a:bodyPr/>
          <a:lstStyle/>
          <a:p>
            <a:pPr lvl="0"/>
            <a:r>
              <a:rPr lang="en-US" b="1" dirty="0"/>
              <a:t>NVIDIA</a:t>
            </a:r>
            <a:r>
              <a:rPr lang="en-US" dirty="0"/>
              <a:t> is a global leader in AI and GPU computing. </a:t>
            </a:r>
          </a:p>
          <a:p>
            <a:pPr lvl="0"/>
            <a:r>
              <a:rPr lang="en-US" dirty="0"/>
              <a:t>Founded in </a:t>
            </a:r>
            <a:r>
              <a:rPr lang="en-US" b="1" dirty="0"/>
              <a:t>1993</a:t>
            </a:r>
            <a:r>
              <a:rPr lang="en-US" dirty="0"/>
              <a:t> in California, USA. </a:t>
            </a:r>
          </a:p>
          <a:p>
            <a:pPr lvl="0"/>
            <a:r>
              <a:rPr lang="en-US" dirty="0"/>
              <a:t>Develops high-performance GPUs for AI and data centers. </a:t>
            </a:r>
          </a:p>
          <a:p>
            <a:pPr lvl="0"/>
            <a:r>
              <a:rPr lang="en-US" dirty="0"/>
              <a:t>Creator of the </a:t>
            </a:r>
            <a:r>
              <a:rPr lang="en-US" b="1" dirty="0"/>
              <a:t>CUDA</a:t>
            </a:r>
            <a:r>
              <a:rPr lang="en-US" dirty="0"/>
              <a:t> parallel computing platform. </a:t>
            </a:r>
          </a:p>
          <a:p>
            <a:pPr lvl="0"/>
            <a:r>
              <a:rPr lang="en-US" dirty="0"/>
              <a:t>Powers innovations in Generative AI, robotics, and autonomous vehicles. </a:t>
            </a:r>
          </a:p>
          <a:p>
            <a:pPr lvl="0"/>
            <a:r>
              <a:rPr lang="en-US" dirty="0"/>
              <a:t>NVIDIA technologies are widely used in research and industries. </a:t>
            </a:r>
          </a:p>
          <a:p>
            <a:pPr lvl="0"/>
            <a:r>
              <a:rPr lang="en-US" dirty="0"/>
              <a:t>Focuses on advancing AI through cutting-edge hardware and software.</a:t>
            </a:r>
          </a:p>
          <a:p>
            <a:pPr lvl="0"/>
            <a:r>
              <a:rPr lang="en-US" dirty="0"/>
              <a:t>Provides AI software tools and developer platforms worldwide.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C2F8-1DC7-FDAA-DAE2-60456ADC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A64B-3F9A-F46F-D666-37318170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D790E-92CC-6EFF-10E3-C340D95B1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3" y="1262269"/>
            <a:ext cx="11330608" cy="4681331"/>
          </a:xfrm>
        </p:spPr>
        <p:txBody>
          <a:bodyPr/>
          <a:lstStyle/>
          <a:p>
            <a:pPr lvl="0"/>
            <a:r>
              <a:rPr lang="en-US" dirty="0"/>
              <a:t>Presidency School of AI and Advanced Studies, Presidency University </a:t>
            </a:r>
          </a:p>
          <a:p>
            <a:pPr lvl="0"/>
            <a:r>
              <a:rPr lang="en-US" dirty="0"/>
              <a:t>Summer Internship Program — 2026 </a:t>
            </a:r>
          </a:p>
          <a:p>
            <a:pPr lvl="0"/>
            <a:r>
              <a:rPr lang="en-US" dirty="0"/>
              <a:t>Two-week intensive program in AI, Machine Learning and GPU accelerated computing </a:t>
            </a:r>
          </a:p>
          <a:p>
            <a:pPr lvl="0"/>
            <a:r>
              <a:rPr lang="en-US" dirty="0"/>
              <a:t>10 instructional days, 30 contact hours and 2 academic credits </a:t>
            </a:r>
          </a:p>
          <a:p>
            <a:pPr lvl="0"/>
            <a:r>
              <a:rPr lang="en-US" dirty="0"/>
              <a:t>Format: Lecture + Hands-on GPU Lab </a:t>
            </a:r>
          </a:p>
          <a:p>
            <a:pPr lvl="0"/>
            <a:r>
              <a:rPr lang="en-US" dirty="0"/>
              <a:t>Infrastructure: NVIDIA H200 Tensor Core GPU </a:t>
            </a:r>
          </a:p>
          <a:p>
            <a:pPr lvl="0"/>
            <a:r>
              <a:rPr lang="en-US" dirty="0"/>
              <a:t>Faculty, mentors and industry practitioners support the program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7B5D7-AF3D-E1E5-95BD-CDDD6908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997737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861" y="1365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65" y="417443"/>
            <a:ext cx="11519452" cy="4919869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lvl="0"/>
            <a:r>
              <a:rPr lang="en-US" b="1" dirty="0"/>
              <a:t>Project Domain:</a:t>
            </a:r>
            <a:r>
              <a:rPr lang="en-US" dirty="0"/>
              <a:t> AI-Powered Smart Travel Planner. </a:t>
            </a:r>
          </a:p>
          <a:p>
            <a:pPr lvl="0"/>
            <a:r>
              <a:rPr lang="en-US" b="1" dirty="0"/>
              <a:t>Frontend:</a:t>
            </a:r>
            <a:r>
              <a:rPr lang="en-US" dirty="0"/>
              <a:t> React.js and Vite for a responsive web interface. </a:t>
            </a:r>
          </a:p>
          <a:p>
            <a:pPr lvl="0"/>
            <a:r>
              <a:rPr lang="en-US" b="1" dirty="0"/>
              <a:t>Backend:</a:t>
            </a:r>
            <a:r>
              <a:rPr lang="en-US" dirty="0"/>
              <a:t> Node.js and Express.js for API development. </a:t>
            </a:r>
          </a:p>
          <a:p>
            <a:pPr lvl="0"/>
            <a:r>
              <a:rPr lang="en-US" b="1" dirty="0"/>
              <a:t>Database:</a:t>
            </a:r>
            <a:r>
              <a:rPr lang="en-US" dirty="0"/>
              <a:t> Firebase Authentication and Cloud </a:t>
            </a:r>
            <a:r>
              <a:rPr lang="en-US" dirty="0" err="1"/>
              <a:t>Firestore</a:t>
            </a:r>
            <a:r>
              <a:rPr lang="en-US" dirty="0"/>
              <a:t>. </a:t>
            </a:r>
          </a:p>
          <a:p>
            <a:pPr lvl="0"/>
            <a:r>
              <a:rPr lang="en-US" b="1" dirty="0"/>
              <a:t>AI Integration:</a:t>
            </a:r>
            <a:r>
              <a:rPr lang="en-US" dirty="0"/>
              <a:t> Atlas AI using the Gemini API for travel assistance. </a:t>
            </a:r>
          </a:p>
          <a:p>
            <a:pPr lvl="0"/>
            <a:r>
              <a:rPr lang="en-US" b="1" dirty="0"/>
              <a:t>Features:</a:t>
            </a:r>
            <a:r>
              <a:rPr lang="en-US" dirty="0"/>
              <a:t> Search, itinerary, hotels, weather, maps, flights, and personalized recommendations. </a:t>
            </a:r>
          </a:p>
          <a:p>
            <a:pPr lvl="0"/>
            <a:r>
              <a:rPr lang="en-US" b="1" dirty="0"/>
              <a:t>Architecture:</a:t>
            </a:r>
            <a:r>
              <a:rPr lang="en-US" dirty="0"/>
              <a:t> Modular, scalable, and responsive design.</a:t>
            </a:r>
          </a:p>
          <a:p>
            <a:pPr lvl="0"/>
            <a:r>
              <a:rPr lang="en-US" b="1" dirty="0"/>
              <a:t>Dynamic Routing</a:t>
            </a:r>
            <a:r>
              <a:rPr lang="en-US" dirty="0"/>
              <a:t>: Destination pages generated dynamically.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531" y="1365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005" y="846436"/>
            <a:ext cx="11539329" cy="4058194"/>
          </a:xfrm>
        </p:spPr>
        <p:txBody>
          <a:bodyPr/>
          <a:lstStyle/>
          <a:p>
            <a:pPr lvl="0"/>
            <a:r>
              <a:rPr lang="en-US" dirty="0"/>
              <a:t>Develop an AI-powered smart travel planning application. </a:t>
            </a:r>
          </a:p>
          <a:p>
            <a:pPr lvl="0"/>
            <a:r>
              <a:rPr lang="en-US" dirty="0"/>
              <a:t>Provide personalized travel recommendations using Atlas AI. </a:t>
            </a:r>
          </a:p>
          <a:p>
            <a:pPr lvl="0"/>
            <a:r>
              <a:rPr lang="en-US" dirty="0"/>
              <a:t>Integrate hotels, weather, maps, flights, and restaurants. </a:t>
            </a:r>
          </a:p>
          <a:p>
            <a:pPr lvl="0"/>
            <a:r>
              <a:rPr lang="en-US" dirty="0"/>
              <a:t>Enable secure user login with Firebase Authentication. </a:t>
            </a:r>
          </a:p>
          <a:p>
            <a:pPr lvl="0"/>
            <a:r>
              <a:rPr lang="en-US" dirty="0"/>
              <a:t>Create dynamic destination pages with intelligent search. </a:t>
            </a:r>
          </a:p>
          <a:p>
            <a:pPr lvl="0"/>
            <a:r>
              <a:rPr lang="en-US" dirty="0"/>
              <a:t>Design a responsive, user-friendly, and scalable platform. </a:t>
            </a:r>
          </a:p>
          <a:p>
            <a:pPr lvl="0"/>
            <a:r>
              <a:rPr lang="en-US" dirty="0"/>
              <a:t>Enhance trip planning through AI-generated itineraries and packing guides.</a:t>
            </a:r>
          </a:p>
          <a:p>
            <a:pPr lvl="0"/>
            <a:r>
              <a:rPr lang="en-US" dirty="0"/>
              <a:t>Improve travel decision-making through real-time information.</a:t>
            </a:r>
          </a:p>
          <a:p>
            <a:pPr lvl="0"/>
            <a:r>
              <a:rPr lang="en-US" dirty="0"/>
              <a:t>Reduce manual trip planning with intelligent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DDCD-B05B-11FD-2D99-C6F43FC71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9F8-4812-D43B-998C-B8157AC3F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43" y="217852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F1CA2-B7AA-95A8-1D6B-09EC02234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64" y="1186180"/>
            <a:ext cx="10714383" cy="4058194"/>
          </a:xfrm>
        </p:spPr>
        <p:txBody>
          <a:bodyPr/>
          <a:lstStyle/>
          <a:p>
            <a:pPr lvl="0"/>
            <a:r>
              <a:rPr lang="en-US" b="1" dirty="0"/>
              <a:t>Requirement Analysis:</a:t>
            </a:r>
            <a:r>
              <a:rPr lang="en-US" dirty="0"/>
              <a:t> Identified project goals and user requirements. </a:t>
            </a:r>
          </a:p>
          <a:p>
            <a:pPr lvl="0"/>
            <a:r>
              <a:rPr lang="en-US" b="1" dirty="0"/>
              <a:t>Project Planning:</a:t>
            </a:r>
            <a:r>
              <a:rPr lang="en-US" dirty="0"/>
              <a:t> Planned the workflow and system architecture. </a:t>
            </a:r>
          </a:p>
          <a:p>
            <a:pPr lvl="0"/>
            <a:r>
              <a:rPr lang="en-US" b="1" dirty="0"/>
              <a:t>Technology Selection:</a:t>
            </a:r>
            <a:r>
              <a:rPr lang="en-US" dirty="0"/>
              <a:t> Chose React, Node.js, Express.js, and Firebase. </a:t>
            </a:r>
          </a:p>
          <a:p>
            <a:pPr lvl="0"/>
            <a:r>
              <a:rPr lang="en-US" b="1" dirty="0"/>
              <a:t>UI/UX Design:</a:t>
            </a:r>
            <a:r>
              <a:rPr lang="en-US" dirty="0"/>
              <a:t> Created responsive layouts and page designs. </a:t>
            </a:r>
          </a:p>
          <a:p>
            <a:pPr lvl="0"/>
            <a:r>
              <a:rPr lang="en-US" b="1" dirty="0"/>
              <a:t>Database Design:</a:t>
            </a:r>
            <a:r>
              <a:rPr lang="en-US" dirty="0"/>
              <a:t> Structured user and destination data. </a:t>
            </a:r>
          </a:p>
          <a:p>
            <a:pPr lvl="0"/>
            <a:r>
              <a:rPr lang="en-US" b="1" dirty="0"/>
              <a:t>Resource Preparation:</a:t>
            </a:r>
            <a:r>
              <a:rPr lang="en-US" dirty="0"/>
              <a:t> Organized images and travel content. </a:t>
            </a:r>
          </a:p>
          <a:p>
            <a:pPr lvl="0"/>
            <a:r>
              <a:rPr lang="en-US" b="1" dirty="0"/>
              <a:t>Architecture:</a:t>
            </a:r>
            <a:r>
              <a:rPr lang="en-US" dirty="0"/>
              <a:t> Followed a modular and scalable design. </a:t>
            </a:r>
          </a:p>
          <a:p>
            <a:pPr lvl="0"/>
            <a:r>
              <a:rPr lang="en-US" b="1" dirty="0"/>
              <a:t>Feature Planning:</a:t>
            </a:r>
            <a:r>
              <a:rPr lang="en-US" dirty="0"/>
              <a:t> Defined core modules and functionalities.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547EE-D9C8-8B1A-9671-638FABB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038722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409" y="217852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391" y="1154550"/>
            <a:ext cx="10515600" cy="4058194"/>
          </a:xfrm>
        </p:spPr>
        <p:txBody>
          <a:bodyPr/>
          <a:lstStyle/>
          <a:p>
            <a:pPr lvl="0"/>
            <a:r>
              <a:rPr lang="en-US" b="1" dirty="0"/>
              <a:t>Frontend Development:</a:t>
            </a:r>
            <a:r>
              <a:rPr lang="en-US" dirty="0"/>
              <a:t> Built responsive pages using React and Vite. </a:t>
            </a:r>
          </a:p>
          <a:p>
            <a:pPr lvl="0"/>
            <a:r>
              <a:rPr lang="en-US" b="1" dirty="0"/>
              <a:t>Backend Development:</a:t>
            </a:r>
            <a:r>
              <a:rPr lang="en-US" dirty="0"/>
              <a:t> Developed REST APIs with Express.js. </a:t>
            </a:r>
          </a:p>
          <a:p>
            <a:pPr lvl="0"/>
            <a:r>
              <a:rPr lang="en-US" b="1" dirty="0"/>
              <a:t>Authentication:</a:t>
            </a:r>
            <a:r>
              <a:rPr lang="en-US" dirty="0"/>
              <a:t> Integrated Firebase Google Sign-In. </a:t>
            </a:r>
          </a:p>
          <a:p>
            <a:pPr lvl="0"/>
            <a:r>
              <a:rPr lang="en-US" b="1" dirty="0"/>
              <a:t>Database:</a:t>
            </a:r>
            <a:r>
              <a:rPr lang="en-US" dirty="0"/>
              <a:t> Stored user data using Cloud </a:t>
            </a:r>
            <a:r>
              <a:rPr lang="en-US" dirty="0" err="1"/>
              <a:t>Firestore</a:t>
            </a:r>
            <a:r>
              <a:rPr lang="en-US" dirty="0"/>
              <a:t>. </a:t>
            </a:r>
          </a:p>
          <a:p>
            <a:pPr lvl="0"/>
            <a:r>
              <a:rPr lang="en-US" b="1" dirty="0"/>
              <a:t>AI Integration:</a:t>
            </a:r>
            <a:r>
              <a:rPr lang="en-US" dirty="0"/>
              <a:t> Connected Atlas AI with the Gemini API. </a:t>
            </a:r>
          </a:p>
          <a:p>
            <a:pPr lvl="0"/>
            <a:r>
              <a:rPr lang="en-US" b="1" dirty="0"/>
              <a:t>API Integration:</a:t>
            </a:r>
            <a:r>
              <a:rPr lang="en-US" dirty="0"/>
              <a:t> Added weather, maps, hotels, and flights. </a:t>
            </a:r>
          </a:p>
          <a:p>
            <a:pPr lvl="0"/>
            <a:r>
              <a:rPr lang="en-US" b="1" dirty="0"/>
              <a:t>Search System:</a:t>
            </a:r>
            <a:r>
              <a:rPr lang="en-US" dirty="0"/>
              <a:t> Implemented dynamic destination search. </a:t>
            </a:r>
          </a:p>
          <a:p>
            <a:pPr lvl="0"/>
            <a:r>
              <a:rPr lang="en-US" b="1" dirty="0"/>
              <a:t>Personalization:</a:t>
            </a:r>
            <a:r>
              <a:rPr lang="en-US" dirty="0"/>
              <a:t> Developed recommendations and itinerary features.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3BD1-AA0A-F8AF-D0C0-6428CD212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BB6A-3C9B-E0F2-FFC1-E821AAFB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287" y="217852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ABEC7-E037-9C0B-5073-3E527E987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1166301"/>
            <a:ext cx="10919791" cy="4058194"/>
          </a:xfrm>
        </p:spPr>
        <p:txBody>
          <a:bodyPr/>
          <a:lstStyle/>
          <a:p>
            <a:pPr lvl="0"/>
            <a:r>
              <a:rPr lang="en-US" b="1" dirty="0"/>
              <a:t>Functional Testing:</a:t>
            </a:r>
            <a:r>
              <a:rPr lang="en-US" dirty="0"/>
              <a:t> Verified all application features. </a:t>
            </a:r>
          </a:p>
          <a:p>
            <a:pPr lvl="0"/>
            <a:r>
              <a:rPr lang="en-US" b="1" dirty="0"/>
              <a:t>Debugging:</a:t>
            </a:r>
            <a:r>
              <a:rPr lang="en-US" dirty="0"/>
              <a:t> Fixed issues during development. </a:t>
            </a:r>
          </a:p>
          <a:p>
            <a:pPr lvl="0"/>
            <a:r>
              <a:rPr lang="en-US" b="1" dirty="0"/>
              <a:t>Performance:</a:t>
            </a:r>
            <a:r>
              <a:rPr lang="en-US" dirty="0"/>
              <a:t> Optimized application speed and responsiveness. </a:t>
            </a:r>
          </a:p>
          <a:p>
            <a:pPr lvl="0"/>
            <a:r>
              <a:rPr lang="en-US" b="1" dirty="0"/>
              <a:t>Error Handling:</a:t>
            </a:r>
            <a:r>
              <a:rPr lang="en-US" dirty="0"/>
              <a:t> Added fallback mechanisms for APIs. </a:t>
            </a:r>
          </a:p>
          <a:p>
            <a:pPr lvl="0"/>
            <a:r>
              <a:rPr lang="en-US" b="1" dirty="0"/>
              <a:t>Responsive Design:</a:t>
            </a:r>
            <a:r>
              <a:rPr lang="en-US" dirty="0"/>
              <a:t> Tested across multiple devices. </a:t>
            </a:r>
          </a:p>
          <a:p>
            <a:pPr lvl="0"/>
            <a:r>
              <a:rPr lang="en-US" b="1" dirty="0"/>
              <a:t>Code Optimization:</a:t>
            </a:r>
            <a:r>
              <a:rPr lang="en-US" dirty="0"/>
              <a:t> Improved reusability and maintainability. </a:t>
            </a:r>
          </a:p>
          <a:p>
            <a:pPr lvl="0"/>
            <a:r>
              <a:rPr lang="en-US" b="1" dirty="0"/>
              <a:t>Documentation:</a:t>
            </a:r>
            <a:r>
              <a:rPr lang="en-US" dirty="0"/>
              <a:t> Prepared the report and presentation. </a:t>
            </a:r>
          </a:p>
          <a:p>
            <a:pPr lvl="0"/>
            <a:r>
              <a:rPr lang="en-US" b="1" dirty="0"/>
              <a:t>Final Validation:</a:t>
            </a:r>
            <a:r>
              <a:rPr lang="en-US" dirty="0"/>
              <a:t> Reviewed the complete application before submission.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DBA64-5FF7-5EAA-4C6B-FA819C000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289811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(Optional)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38" y="1253331"/>
            <a:ext cx="10515600" cy="4351338"/>
          </a:xfrm>
        </p:spPr>
        <p:txBody>
          <a:bodyPr/>
          <a:lstStyle/>
          <a:p>
            <a:pPr lvl="0"/>
            <a:r>
              <a:rPr lang="en-US" b="1" dirty="0"/>
              <a:t>Project Completion:</a:t>
            </a:r>
            <a:r>
              <a:rPr lang="en-US" dirty="0"/>
              <a:t> Successfully developed the Travio web application. </a:t>
            </a:r>
          </a:p>
          <a:p>
            <a:pPr lvl="0"/>
            <a:r>
              <a:rPr lang="en-US" b="1" dirty="0"/>
              <a:t>AI Features:</a:t>
            </a:r>
            <a:r>
              <a:rPr lang="en-US" dirty="0"/>
              <a:t> Integrated Atlas AI for travel assistance. </a:t>
            </a:r>
          </a:p>
          <a:p>
            <a:pPr lvl="0"/>
            <a:r>
              <a:rPr lang="en-US" b="1" dirty="0"/>
              <a:t>Travel Services:</a:t>
            </a:r>
            <a:r>
              <a:rPr lang="en-US" dirty="0"/>
              <a:t> Added hotels, weather, maps, and flights. </a:t>
            </a:r>
          </a:p>
          <a:p>
            <a:pPr lvl="0"/>
            <a:r>
              <a:rPr lang="en-US" b="1" dirty="0"/>
              <a:t>Authentication:</a:t>
            </a:r>
            <a:r>
              <a:rPr lang="en-US" dirty="0"/>
              <a:t> Implemented secure Firebase login. </a:t>
            </a:r>
          </a:p>
          <a:p>
            <a:pPr lvl="0"/>
            <a:r>
              <a:rPr lang="en-US" b="1" dirty="0"/>
              <a:t>Dynamic System:</a:t>
            </a:r>
            <a:r>
              <a:rPr lang="en-US" dirty="0"/>
              <a:t> Enabled search and destination management. </a:t>
            </a:r>
          </a:p>
          <a:p>
            <a:pPr lvl="0"/>
            <a:r>
              <a:rPr lang="en-US" b="1" dirty="0"/>
              <a:t>Performance:</a:t>
            </a:r>
            <a:r>
              <a:rPr lang="en-US" dirty="0"/>
              <a:t> Achieved smooth and responsive navigation. </a:t>
            </a:r>
          </a:p>
          <a:p>
            <a:pPr lvl="0"/>
            <a:r>
              <a:rPr lang="en-US" b="1" dirty="0"/>
              <a:t>User Experience:</a:t>
            </a:r>
            <a:r>
              <a:rPr lang="en-US" dirty="0"/>
              <a:t> Delivered a modern and interactive interface.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792F-8FA1-9A04-27F3-F2A98FEC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7044B-A183-19F4-F02A-58A03802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(Optional)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BE63D-4602-4F26-6844-2C9EB6DB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196A2-4323-6A52-BBB4-E1AE48716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38" y="1253331"/>
            <a:ext cx="10515600" cy="4351338"/>
          </a:xfrm>
        </p:spPr>
        <p:txBody>
          <a:bodyPr/>
          <a:lstStyle/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85B8BF-575F-2B17-31B0-BDC1675F0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14" y="1123123"/>
            <a:ext cx="5567322" cy="3766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7C011C-C86F-9268-169F-E1F75D6EE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965" y="1123124"/>
            <a:ext cx="5923721" cy="398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2411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133C-54E2-AB52-B0B5-1784D5EC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17F6-02EB-D815-9CA3-2AF8E58EA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(Optional)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7F47-F911-96E5-A61E-A2BF5149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256A-18A7-5E0A-605B-E212D354F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38" y="1253331"/>
            <a:ext cx="10515600" cy="4351338"/>
          </a:xfrm>
        </p:spPr>
        <p:txBody>
          <a:bodyPr/>
          <a:lstStyle/>
          <a:p>
            <a:pPr marL="0" lv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0EC296-1C3D-8628-D278-B361D7206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38" y="1432236"/>
            <a:ext cx="5088835" cy="32912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8823A6-07AB-5209-7EC5-FB88898D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365" y="1432235"/>
            <a:ext cx="5811983" cy="329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99289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146" y="216038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700" y="1060827"/>
            <a:ext cx="12027300" cy="4351338"/>
          </a:xfrm>
        </p:spPr>
        <p:txBody>
          <a:bodyPr/>
          <a:lstStyle/>
          <a:p>
            <a:pPr lvl="0"/>
            <a:r>
              <a:rPr lang="en-US" dirty="0"/>
              <a:t>Developed an AI-powered smart travel planning application. </a:t>
            </a:r>
          </a:p>
          <a:p>
            <a:pPr lvl="0"/>
            <a:r>
              <a:rPr lang="en-US" dirty="0"/>
              <a:t>Integrated React, Node.js, Firebase, and Gemini AI. </a:t>
            </a:r>
          </a:p>
          <a:p>
            <a:pPr lvl="0"/>
            <a:r>
              <a:rPr lang="en-US" dirty="0"/>
              <a:t>Implemented dynamic search and personalized recommendations. </a:t>
            </a:r>
          </a:p>
          <a:p>
            <a:pPr lvl="0"/>
            <a:r>
              <a:rPr lang="en-US" dirty="0"/>
              <a:t>Combined travel services into a single platform. </a:t>
            </a:r>
          </a:p>
          <a:p>
            <a:pPr lvl="0"/>
            <a:r>
              <a:rPr lang="en-US" dirty="0"/>
              <a:t>Followed a modular and scalable architecture. </a:t>
            </a:r>
          </a:p>
          <a:p>
            <a:pPr lvl="0"/>
            <a:r>
              <a:rPr lang="en-US" dirty="0"/>
              <a:t>Gained practical experience in full-stack development and AI integration.</a:t>
            </a:r>
          </a:p>
          <a:p>
            <a:pPr lvl="0"/>
            <a:r>
              <a:rPr lang="en-US" dirty="0"/>
              <a:t>Improved problem-solving through debugging and continuous testing. </a:t>
            </a:r>
          </a:p>
          <a:p>
            <a:pPr lvl="0"/>
            <a:r>
              <a:rPr lang="en-US" dirty="0"/>
              <a:t>Designed a responsive interface for a consistent user experience across devices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14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7905</TotalTime>
  <Words>873</Words>
  <Application>Microsoft Office PowerPoint</Application>
  <PresentationFormat>Widescreen</PresentationFormat>
  <Paragraphs>125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Objectives of the work</vt:lpstr>
      <vt:lpstr>Methodology Used / Course Description </vt:lpstr>
      <vt:lpstr>Methodology Used / Course Description </vt:lpstr>
      <vt:lpstr>Methodology Used / Course Description </vt:lpstr>
      <vt:lpstr>Results (Optional)</vt:lpstr>
      <vt:lpstr>Results (Optional)</vt:lpstr>
      <vt:lpstr>Results (Optional)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bhoomikarakesh4007@gmail.com</cp:lastModifiedBy>
  <cp:revision>944</cp:revision>
  <cp:lastPrinted>2018-07-24T06:37:20Z</cp:lastPrinted>
  <dcterms:created xsi:type="dcterms:W3CDTF">2018-06-07T04:06:17Z</dcterms:created>
  <dcterms:modified xsi:type="dcterms:W3CDTF">2026-08-07T18:21:13Z</dcterms:modified>
</cp:coreProperties>
</file>